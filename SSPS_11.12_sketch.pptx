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1" r:id="rId4"/>
    <p:sldId id="259" r:id="rId5"/>
    <p:sldId id="260" r:id="rId6"/>
    <p:sldId id="265" r:id="rId7"/>
    <p:sldId id="262" r:id="rId8"/>
    <p:sldId id="263" r:id="rId9"/>
    <p:sldId id="264" r:id="rId1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13A82CE-6EC4-598B-4880-D57F89E553FE}"/>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25C98C5C-8F45-2B8C-8A67-54C631646C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ADF959BB-3533-512C-453E-198A85A10037}"/>
              </a:ext>
            </a:extLst>
          </p:cNvPr>
          <p:cNvSpPr>
            <a:spLocks noGrp="1"/>
          </p:cNvSpPr>
          <p:nvPr>
            <p:ph type="dt" sz="half" idx="10"/>
          </p:nvPr>
        </p:nvSpPr>
        <p:spPr/>
        <p:txBody>
          <a:bodyPr/>
          <a:lstStyle/>
          <a:p>
            <a:fld id="{695C8E20-6763-0547-8A90-95DFA630E427}" type="datetimeFigureOut">
              <a:rPr lang="de-DE" smtClean="0"/>
              <a:t>09.12.24</a:t>
            </a:fld>
            <a:endParaRPr lang="de-DE"/>
          </a:p>
        </p:txBody>
      </p:sp>
      <p:sp>
        <p:nvSpPr>
          <p:cNvPr id="5" name="Fußzeilenplatzhalter 4">
            <a:extLst>
              <a:ext uri="{FF2B5EF4-FFF2-40B4-BE49-F238E27FC236}">
                <a16:creationId xmlns:a16="http://schemas.microsoft.com/office/drawing/2014/main" id="{512FD6E2-E8E0-33A1-73DD-35B68963265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B70B4C9C-F9D7-4D54-9B65-EF0D92AF2865}"/>
              </a:ext>
            </a:extLst>
          </p:cNvPr>
          <p:cNvSpPr>
            <a:spLocks noGrp="1"/>
          </p:cNvSpPr>
          <p:nvPr>
            <p:ph type="sldNum" sz="quarter" idx="12"/>
          </p:nvPr>
        </p:nvSpPr>
        <p:spPr/>
        <p:txBody>
          <a:bodyPr/>
          <a:lstStyle/>
          <a:p>
            <a:fld id="{2F2A0DB8-2729-3A4D-A362-07849BE8AC54}" type="slidenum">
              <a:rPr lang="de-DE" smtClean="0"/>
              <a:t>‹Nr.›</a:t>
            </a:fld>
            <a:endParaRPr lang="de-DE"/>
          </a:p>
        </p:txBody>
      </p:sp>
    </p:spTree>
    <p:extLst>
      <p:ext uri="{BB962C8B-B14F-4D97-AF65-F5344CB8AC3E}">
        <p14:creationId xmlns:p14="http://schemas.microsoft.com/office/powerpoint/2010/main" val="647843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C28950-146D-7A34-5AA7-0EAC76A3DD58}"/>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C4755328-1A40-5953-0DB9-5CB7797B3766}"/>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34093597-2A13-E646-9EA3-3695D0549A7F}"/>
              </a:ext>
            </a:extLst>
          </p:cNvPr>
          <p:cNvSpPr>
            <a:spLocks noGrp="1"/>
          </p:cNvSpPr>
          <p:nvPr>
            <p:ph type="dt" sz="half" idx="10"/>
          </p:nvPr>
        </p:nvSpPr>
        <p:spPr/>
        <p:txBody>
          <a:bodyPr/>
          <a:lstStyle/>
          <a:p>
            <a:fld id="{695C8E20-6763-0547-8A90-95DFA630E427}" type="datetimeFigureOut">
              <a:rPr lang="de-DE" smtClean="0"/>
              <a:t>09.12.24</a:t>
            </a:fld>
            <a:endParaRPr lang="de-DE"/>
          </a:p>
        </p:txBody>
      </p:sp>
      <p:sp>
        <p:nvSpPr>
          <p:cNvPr id="5" name="Fußzeilenplatzhalter 4">
            <a:extLst>
              <a:ext uri="{FF2B5EF4-FFF2-40B4-BE49-F238E27FC236}">
                <a16:creationId xmlns:a16="http://schemas.microsoft.com/office/drawing/2014/main" id="{3BFCDF1D-C750-BEE9-EA74-0BC21A48613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766F1F45-7F06-B1BE-024D-7EFF7416A76A}"/>
              </a:ext>
            </a:extLst>
          </p:cNvPr>
          <p:cNvSpPr>
            <a:spLocks noGrp="1"/>
          </p:cNvSpPr>
          <p:nvPr>
            <p:ph type="sldNum" sz="quarter" idx="12"/>
          </p:nvPr>
        </p:nvSpPr>
        <p:spPr/>
        <p:txBody>
          <a:bodyPr/>
          <a:lstStyle/>
          <a:p>
            <a:fld id="{2F2A0DB8-2729-3A4D-A362-07849BE8AC54}" type="slidenum">
              <a:rPr lang="de-DE" smtClean="0"/>
              <a:t>‹Nr.›</a:t>
            </a:fld>
            <a:endParaRPr lang="de-DE"/>
          </a:p>
        </p:txBody>
      </p:sp>
    </p:spTree>
    <p:extLst>
      <p:ext uri="{BB962C8B-B14F-4D97-AF65-F5344CB8AC3E}">
        <p14:creationId xmlns:p14="http://schemas.microsoft.com/office/powerpoint/2010/main" val="1390714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9EDF7E-A9F2-0574-FD09-F6D4ECD88DBF}"/>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1C33CAB8-5D6E-A896-FFA8-2BF1BE4C7C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703FC4D8-82E9-7BC0-0FEB-D82A3BF18890}"/>
              </a:ext>
            </a:extLst>
          </p:cNvPr>
          <p:cNvSpPr>
            <a:spLocks noGrp="1"/>
          </p:cNvSpPr>
          <p:nvPr>
            <p:ph type="dt" sz="half" idx="10"/>
          </p:nvPr>
        </p:nvSpPr>
        <p:spPr/>
        <p:txBody>
          <a:bodyPr/>
          <a:lstStyle/>
          <a:p>
            <a:fld id="{695C8E20-6763-0547-8A90-95DFA630E427}" type="datetimeFigureOut">
              <a:rPr lang="de-DE" smtClean="0"/>
              <a:t>09.12.24</a:t>
            </a:fld>
            <a:endParaRPr lang="de-DE"/>
          </a:p>
        </p:txBody>
      </p:sp>
      <p:sp>
        <p:nvSpPr>
          <p:cNvPr id="5" name="Fußzeilenplatzhalter 4">
            <a:extLst>
              <a:ext uri="{FF2B5EF4-FFF2-40B4-BE49-F238E27FC236}">
                <a16:creationId xmlns:a16="http://schemas.microsoft.com/office/drawing/2014/main" id="{F674B54B-1504-3507-C7C0-8AA323F7F4C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4E6BAAA3-54BD-FC60-0B42-DA47833C0FD2}"/>
              </a:ext>
            </a:extLst>
          </p:cNvPr>
          <p:cNvSpPr>
            <a:spLocks noGrp="1"/>
          </p:cNvSpPr>
          <p:nvPr>
            <p:ph type="sldNum" sz="quarter" idx="12"/>
          </p:nvPr>
        </p:nvSpPr>
        <p:spPr/>
        <p:txBody>
          <a:bodyPr/>
          <a:lstStyle/>
          <a:p>
            <a:fld id="{2F2A0DB8-2729-3A4D-A362-07849BE8AC54}" type="slidenum">
              <a:rPr lang="de-DE" smtClean="0"/>
              <a:t>‹Nr.›</a:t>
            </a:fld>
            <a:endParaRPr lang="de-DE"/>
          </a:p>
        </p:txBody>
      </p:sp>
    </p:spTree>
    <p:extLst>
      <p:ext uri="{BB962C8B-B14F-4D97-AF65-F5344CB8AC3E}">
        <p14:creationId xmlns:p14="http://schemas.microsoft.com/office/powerpoint/2010/main" val="611517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2C7C231-5943-E40C-709F-AE1EEF1785F5}"/>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CD0605A6-FDB1-3DD3-40D8-08CA8B68A9F7}"/>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232FC6A4-E4BB-183E-0767-6326294F92B8}"/>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6168D372-BEBE-795B-E0BB-E654AFCF4301}"/>
              </a:ext>
            </a:extLst>
          </p:cNvPr>
          <p:cNvSpPr>
            <a:spLocks noGrp="1"/>
          </p:cNvSpPr>
          <p:nvPr>
            <p:ph type="dt" sz="half" idx="10"/>
          </p:nvPr>
        </p:nvSpPr>
        <p:spPr/>
        <p:txBody>
          <a:bodyPr/>
          <a:lstStyle/>
          <a:p>
            <a:fld id="{695C8E20-6763-0547-8A90-95DFA630E427}" type="datetimeFigureOut">
              <a:rPr lang="de-DE" smtClean="0"/>
              <a:t>09.12.24</a:t>
            </a:fld>
            <a:endParaRPr lang="de-DE"/>
          </a:p>
        </p:txBody>
      </p:sp>
      <p:sp>
        <p:nvSpPr>
          <p:cNvPr id="6" name="Fußzeilenplatzhalter 5">
            <a:extLst>
              <a:ext uri="{FF2B5EF4-FFF2-40B4-BE49-F238E27FC236}">
                <a16:creationId xmlns:a16="http://schemas.microsoft.com/office/drawing/2014/main" id="{1E1FB799-F4A8-70CD-1DD6-A805C079C53D}"/>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D13624C8-6BF1-AE62-2354-CFA0F5A712A8}"/>
              </a:ext>
            </a:extLst>
          </p:cNvPr>
          <p:cNvSpPr>
            <a:spLocks noGrp="1"/>
          </p:cNvSpPr>
          <p:nvPr>
            <p:ph type="sldNum" sz="quarter" idx="12"/>
          </p:nvPr>
        </p:nvSpPr>
        <p:spPr/>
        <p:txBody>
          <a:bodyPr/>
          <a:lstStyle/>
          <a:p>
            <a:fld id="{2F2A0DB8-2729-3A4D-A362-07849BE8AC54}" type="slidenum">
              <a:rPr lang="de-DE" smtClean="0"/>
              <a:t>‹Nr.›</a:t>
            </a:fld>
            <a:endParaRPr lang="de-DE"/>
          </a:p>
        </p:txBody>
      </p:sp>
    </p:spTree>
    <p:extLst>
      <p:ext uri="{BB962C8B-B14F-4D97-AF65-F5344CB8AC3E}">
        <p14:creationId xmlns:p14="http://schemas.microsoft.com/office/powerpoint/2010/main" val="4006994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B23CBC6-074B-14C2-2D1F-02364004DF9C}"/>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29CBEE23-ACE1-B309-C933-747C2D5E1B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99077A5B-BE67-2334-AE29-877888369B63}"/>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1F9BCEEE-AE59-AC29-D434-C95DA96B8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6AB731D1-4BE7-F103-56A8-BE704FF4C436}"/>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4808EF34-DCD2-D164-1AA6-DE4E1710DC69}"/>
              </a:ext>
            </a:extLst>
          </p:cNvPr>
          <p:cNvSpPr>
            <a:spLocks noGrp="1"/>
          </p:cNvSpPr>
          <p:nvPr>
            <p:ph type="dt" sz="half" idx="10"/>
          </p:nvPr>
        </p:nvSpPr>
        <p:spPr/>
        <p:txBody>
          <a:bodyPr/>
          <a:lstStyle/>
          <a:p>
            <a:fld id="{695C8E20-6763-0547-8A90-95DFA630E427}" type="datetimeFigureOut">
              <a:rPr lang="de-DE" smtClean="0"/>
              <a:t>09.12.24</a:t>
            </a:fld>
            <a:endParaRPr lang="de-DE"/>
          </a:p>
        </p:txBody>
      </p:sp>
      <p:sp>
        <p:nvSpPr>
          <p:cNvPr id="8" name="Fußzeilenplatzhalter 7">
            <a:extLst>
              <a:ext uri="{FF2B5EF4-FFF2-40B4-BE49-F238E27FC236}">
                <a16:creationId xmlns:a16="http://schemas.microsoft.com/office/drawing/2014/main" id="{9851DD5C-CA95-E495-94A2-0C37554986B5}"/>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697A1065-77B4-A277-452D-BA20394878BC}"/>
              </a:ext>
            </a:extLst>
          </p:cNvPr>
          <p:cNvSpPr>
            <a:spLocks noGrp="1"/>
          </p:cNvSpPr>
          <p:nvPr>
            <p:ph type="sldNum" sz="quarter" idx="12"/>
          </p:nvPr>
        </p:nvSpPr>
        <p:spPr/>
        <p:txBody>
          <a:bodyPr/>
          <a:lstStyle/>
          <a:p>
            <a:fld id="{2F2A0DB8-2729-3A4D-A362-07849BE8AC54}" type="slidenum">
              <a:rPr lang="de-DE" smtClean="0"/>
              <a:t>‹Nr.›</a:t>
            </a:fld>
            <a:endParaRPr lang="de-DE"/>
          </a:p>
        </p:txBody>
      </p:sp>
    </p:spTree>
    <p:extLst>
      <p:ext uri="{BB962C8B-B14F-4D97-AF65-F5344CB8AC3E}">
        <p14:creationId xmlns:p14="http://schemas.microsoft.com/office/powerpoint/2010/main" val="2855429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CE02CE9-8AF0-F8A5-077B-E110E9E87C5E}"/>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226AF7E4-1798-8A90-ED86-C1360379A813}"/>
              </a:ext>
            </a:extLst>
          </p:cNvPr>
          <p:cNvSpPr>
            <a:spLocks noGrp="1"/>
          </p:cNvSpPr>
          <p:nvPr>
            <p:ph type="dt" sz="half" idx="10"/>
          </p:nvPr>
        </p:nvSpPr>
        <p:spPr/>
        <p:txBody>
          <a:bodyPr/>
          <a:lstStyle/>
          <a:p>
            <a:fld id="{695C8E20-6763-0547-8A90-95DFA630E427}" type="datetimeFigureOut">
              <a:rPr lang="de-DE" smtClean="0"/>
              <a:t>09.12.24</a:t>
            </a:fld>
            <a:endParaRPr lang="de-DE"/>
          </a:p>
        </p:txBody>
      </p:sp>
      <p:sp>
        <p:nvSpPr>
          <p:cNvPr id="4" name="Fußzeilenplatzhalter 3">
            <a:extLst>
              <a:ext uri="{FF2B5EF4-FFF2-40B4-BE49-F238E27FC236}">
                <a16:creationId xmlns:a16="http://schemas.microsoft.com/office/drawing/2014/main" id="{18AECFDC-AE04-6D14-F4AA-813AF914B23C}"/>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1AF28D25-F53A-CE65-D97D-2309A481328B}"/>
              </a:ext>
            </a:extLst>
          </p:cNvPr>
          <p:cNvSpPr>
            <a:spLocks noGrp="1"/>
          </p:cNvSpPr>
          <p:nvPr>
            <p:ph type="sldNum" sz="quarter" idx="12"/>
          </p:nvPr>
        </p:nvSpPr>
        <p:spPr/>
        <p:txBody>
          <a:bodyPr/>
          <a:lstStyle/>
          <a:p>
            <a:fld id="{2F2A0DB8-2729-3A4D-A362-07849BE8AC54}" type="slidenum">
              <a:rPr lang="de-DE" smtClean="0"/>
              <a:t>‹Nr.›</a:t>
            </a:fld>
            <a:endParaRPr lang="de-DE"/>
          </a:p>
        </p:txBody>
      </p:sp>
    </p:spTree>
    <p:extLst>
      <p:ext uri="{BB962C8B-B14F-4D97-AF65-F5344CB8AC3E}">
        <p14:creationId xmlns:p14="http://schemas.microsoft.com/office/powerpoint/2010/main" val="2157290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40032225-11D6-8470-69D1-94F98E97B71C}"/>
              </a:ext>
            </a:extLst>
          </p:cNvPr>
          <p:cNvSpPr>
            <a:spLocks noGrp="1"/>
          </p:cNvSpPr>
          <p:nvPr>
            <p:ph type="dt" sz="half" idx="10"/>
          </p:nvPr>
        </p:nvSpPr>
        <p:spPr/>
        <p:txBody>
          <a:bodyPr/>
          <a:lstStyle/>
          <a:p>
            <a:fld id="{695C8E20-6763-0547-8A90-95DFA630E427}" type="datetimeFigureOut">
              <a:rPr lang="de-DE" smtClean="0"/>
              <a:t>09.12.24</a:t>
            </a:fld>
            <a:endParaRPr lang="de-DE"/>
          </a:p>
        </p:txBody>
      </p:sp>
      <p:sp>
        <p:nvSpPr>
          <p:cNvPr id="3" name="Fußzeilenplatzhalter 2">
            <a:extLst>
              <a:ext uri="{FF2B5EF4-FFF2-40B4-BE49-F238E27FC236}">
                <a16:creationId xmlns:a16="http://schemas.microsoft.com/office/drawing/2014/main" id="{3CF996E5-F44C-11BD-C06B-B736899319D5}"/>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7F42E8E6-52FC-5C08-E81D-F71AB4DF1C67}"/>
              </a:ext>
            </a:extLst>
          </p:cNvPr>
          <p:cNvSpPr>
            <a:spLocks noGrp="1"/>
          </p:cNvSpPr>
          <p:nvPr>
            <p:ph type="sldNum" sz="quarter" idx="12"/>
          </p:nvPr>
        </p:nvSpPr>
        <p:spPr/>
        <p:txBody>
          <a:bodyPr/>
          <a:lstStyle/>
          <a:p>
            <a:fld id="{2F2A0DB8-2729-3A4D-A362-07849BE8AC54}" type="slidenum">
              <a:rPr lang="de-DE" smtClean="0"/>
              <a:t>‹Nr.›</a:t>
            </a:fld>
            <a:endParaRPr lang="de-DE"/>
          </a:p>
        </p:txBody>
      </p:sp>
    </p:spTree>
    <p:extLst>
      <p:ext uri="{BB962C8B-B14F-4D97-AF65-F5344CB8AC3E}">
        <p14:creationId xmlns:p14="http://schemas.microsoft.com/office/powerpoint/2010/main" val="590376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F207E6C-2E9E-9493-FDF1-F0B1A7DFA116}"/>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A1BA8BC8-176A-E956-51B3-DB2AA0CB93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4266883C-3E32-E926-7A14-ED750F7A08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E66C3D1F-1374-6DA4-1B99-72433B07AEF5}"/>
              </a:ext>
            </a:extLst>
          </p:cNvPr>
          <p:cNvSpPr>
            <a:spLocks noGrp="1"/>
          </p:cNvSpPr>
          <p:nvPr>
            <p:ph type="dt" sz="half" idx="10"/>
          </p:nvPr>
        </p:nvSpPr>
        <p:spPr/>
        <p:txBody>
          <a:bodyPr/>
          <a:lstStyle/>
          <a:p>
            <a:fld id="{695C8E20-6763-0547-8A90-95DFA630E427}" type="datetimeFigureOut">
              <a:rPr lang="de-DE" smtClean="0"/>
              <a:t>09.12.24</a:t>
            </a:fld>
            <a:endParaRPr lang="de-DE"/>
          </a:p>
        </p:txBody>
      </p:sp>
      <p:sp>
        <p:nvSpPr>
          <p:cNvPr id="6" name="Fußzeilenplatzhalter 5">
            <a:extLst>
              <a:ext uri="{FF2B5EF4-FFF2-40B4-BE49-F238E27FC236}">
                <a16:creationId xmlns:a16="http://schemas.microsoft.com/office/drawing/2014/main" id="{A8B8E9D2-458E-0455-114D-8FDDF6DE54E6}"/>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7765CB20-E0BD-5F31-DA23-1C2839F478FB}"/>
              </a:ext>
            </a:extLst>
          </p:cNvPr>
          <p:cNvSpPr>
            <a:spLocks noGrp="1"/>
          </p:cNvSpPr>
          <p:nvPr>
            <p:ph type="sldNum" sz="quarter" idx="12"/>
          </p:nvPr>
        </p:nvSpPr>
        <p:spPr/>
        <p:txBody>
          <a:bodyPr/>
          <a:lstStyle/>
          <a:p>
            <a:fld id="{2F2A0DB8-2729-3A4D-A362-07849BE8AC54}" type="slidenum">
              <a:rPr lang="de-DE" smtClean="0"/>
              <a:t>‹Nr.›</a:t>
            </a:fld>
            <a:endParaRPr lang="de-DE"/>
          </a:p>
        </p:txBody>
      </p:sp>
    </p:spTree>
    <p:extLst>
      <p:ext uri="{BB962C8B-B14F-4D97-AF65-F5344CB8AC3E}">
        <p14:creationId xmlns:p14="http://schemas.microsoft.com/office/powerpoint/2010/main" val="780847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404E5E-C552-27AC-BE3D-7FE55AD31EF8}"/>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F5E83631-F903-1F66-1CE3-1C1B9E3566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BD297DA1-D3EC-4FA8-688A-87A33E71D9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E62BDB37-89D5-40CA-CD8A-86DA175CB50D}"/>
              </a:ext>
            </a:extLst>
          </p:cNvPr>
          <p:cNvSpPr>
            <a:spLocks noGrp="1"/>
          </p:cNvSpPr>
          <p:nvPr>
            <p:ph type="dt" sz="half" idx="10"/>
          </p:nvPr>
        </p:nvSpPr>
        <p:spPr/>
        <p:txBody>
          <a:bodyPr/>
          <a:lstStyle/>
          <a:p>
            <a:fld id="{695C8E20-6763-0547-8A90-95DFA630E427}" type="datetimeFigureOut">
              <a:rPr lang="de-DE" smtClean="0"/>
              <a:t>09.12.24</a:t>
            </a:fld>
            <a:endParaRPr lang="de-DE"/>
          </a:p>
        </p:txBody>
      </p:sp>
      <p:sp>
        <p:nvSpPr>
          <p:cNvPr id="6" name="Fußzeilenplatzhalter 5">
            <a:extLst>
              <a:ext uri="{FF2B5EF4-FFF2-40B4-BE49-F238E27FC236}">
                <a16:creationId xmlns:a16="http://schemas.microsoft.com/office/drawing/2014/main" id="{8265CE24-4D45-C707-98C0-024F02CE3EF4}"/>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25A638A3-1D05-B51D-E5D3-EB676597E30B}"/>
              </a:ext>
            </a:extLst>
          </p:cNvPr>
          <p:cNvSpPr>
            <a:spLocks noGrp="1"/>
          </p:cNvSpPr>
          <p:nvPr>
            <p:ph type="sldNum" sz="quarter" idx="12"/>
          </p:nvPr>
        </p:nvSpPr>
        <p:spPr/>
        <p:txBody>
          <a:bodyPr/>
          <a:lstStyle/>
          <a:p>
            <a:fld id="{2F2A0DB8-2729-3A4D-A362-07849BE8AC54}" type="slidenum">
              <a:rPr lang="de-DE" smtClean="0"/>
              <a:t>‹Nr.›</a:t>
            </a:fld>
            <a:endParaRPr lang="de-DE"/>
          </a:p>
        </p:txBody>
      </p:sp>
    </p:spTree>
    <p:extLst>
      <p:ext uri="{BB962C8B-B14F-4D97-AF65-F5344CB8AC3E}">
        <p14:creationId xmlns:p14="http://schemas.microsoft.com/office/powerpoint/2010/main" val="114328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BF5686-41B8-32DC-3FC9-05E0D3D1885B}"/>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E9BA7E2A-D82C-A8FF-5F20-070D4A91A830}"/>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AE3013BA-9FC3-95D5-D524-26EE195261D4}"/>
              </a:ext>
            </a:extLst>
          </p:cNvPr>
          <p:cNvSpPr>
            <a:spLocks noGrp="1"/>
          </p:cNvSpPr>
          <p:nvPr>
            <p:ph type="dt" sz="half" idx="10"/>
          </p:nvPr>
        </p:nvSpPr>
        <p:spPr/>
        <p:txBody>
          <a:bodyPr/>
          <a:lstStyle/>
          <a:p>
            <a:fld id="{695C8E20-6763-0547-8A90-95DFA630E427}" type="datetimeFigureOut">
              <a:rPr lang="de-DE" smtClean="0"/>
              <a:t>09.12.24</a:t>
            </a:fld>
            <a:endParaRPr lang="de-DE"/>
          </a:p>
        </p:txBody>
      </p:sp>
      <p:sp>
        <p:nvSpPr>
          <p:cNvPr id="5" name="Fußzeilenplatzhalter 4">
            <a:extLst>
              <a:ext uri="{FF2B5EF4-FFF2-40B4-BE49-F238E27FC236}">
                <a16:creationId xmlns:a16="http://schemas.microsoft.com/office/drawing/2014/main" id="{D203D348-6457-0CF1-A2A4-45228C863C50}"/>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8E5225B4-53DD-3E2D-FE59-6738BF1FEEE4}"/>
              </a:ext>
            </a:extLst>
          </p:cNvPr>
          <p:cNvSpPr>
            <a:spLocks noGrp="1"/>
          </p:cNvSpPr>
          <p:nvPr>
            <p:ph type="sldNum" sz="quarter" idx="12"/>
          </p:nvPr>
        </p:nvSpPr>
        <p:spPr/>
        <p:txBody>
          <a:bodyPr/>
          <a:lstStyle/>
          <a:p>
            <a:fld id="{2F2A0DB8-2729-3A4D-A362-07849BE8AC54}" type="slidenum">
              <a:rPr lang="de-DE" smtClean="0"/>
              <a:t>‹Nr.›</a:t>
            </a:fld>
            <a:endParaRPr lang="de-DE"/>
          </a:p>
        </p:txBody>
      </p:sp>
    </p:spTree>
    <p:extLst>
      <p:ext uri="{BB962C8B-B14F-4D97-AF65-F5344CB8AC3E}">
        <p14:creationId xmlns:p14="http://schemas.microsoft.com/office/powerpoint/2010/main" val="653809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A4057BE5-2EC6-E450-7FAE-E7D668D74CAC}"/>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6884D1BF-0B82-3DD8-E9D3-86E2549D0EB7}"/>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0CD5E98C-A881-D7D8-B6AA-839A15187035}"/>
              </a:ext>
            </a:extLst>
          </p:cNvPr>
          <p:cNvSpPr>
            <a:spLocks noGrp="1"/>
          </p:cNvSpPr>
          <p:nvPr>
            <p:ph type="dt" sz="half" idx="10"/>
          </p:nvPr>
        </p:nvSpPr>
        <p:spPr/>
        <p:txBody>
          <a:bodyPr/>
          <a:lstStyle/>
          <a:p>
            <a:fld id="{695C8E20-6763-0547-8A90-95DFA630E427}" type="datetimeFigureOut">
              <a:rPr lang="de-DE" smtClean="0"/>
              <a:t>09.12.24</a:t>
            </a:fld>
            <a:endParaRPr lang="de-DE"/>
          </a:p>
        </p:txBody>
      </p:sp>
      <p:sp>
        <p:nvSpPr>
          <p:cNvPr id="5" name="Fußzeilenplatzhalter 4">
            <a:extLst>
              <a:ext uri="{FF2B5EF4-FFF2-40B4-BE49-F238E27FC236}">
                <a16:creationId xmlns:a16="http://schemas.microsoft.com/office/drawing/2014/main" id="{6BA3CA08-C2E3-F03C-0F43-18E72DA7F7B4}"/>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7A720ED5-A4B0-B666-A832-2289BE1F24DC}"/>
              </a:ext>
            </a:extLst>
          </p:cNvPr>
          <p:cNvSpPr>
            <a:spLocks noGrp="1"/>
          </p:cNvSpPr>
          <p:nvPr>
            <p:ph type="sldNum" sz="quarter" idx="12"/>
          </p:nvPr>
        </p:nvSpPr>
        <p:spPr/>
        <p:txBody>
          <a:bodyPr/>
          <a:lstStyle/>
          <a:p>
            <a:fld id="{2F2A0DB8-2729-3A4D-A362-07849BE8AC54}" type="slidenum">
              <a:rPr lang="de-DE" smtClean="0"/>
              <a:t>‹Nr.›</a:t>
            </a:fld>
            <a:endParaRPr lang="de-DE"/>
          </a:p>
        </p:txBody>
      </p:sp>
    </p:spTree>
    <p:extLst>
      <p:ext uri="{BB962C8B-B14F-4D97-AF65-F5344CB8AC3E}">
        <p14:creationId xmlns:p14="http://schemas.microsoft.com/office/powerpoint/2010/main" val="1600169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3136D523-898F-F491-DF80-C3158DCD84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EEDE2666-8417-6ABB-C933-9CEB556740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877BA4B0-7947-4D85-A07C-3675CBDDFF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95C8E20-6763-0547-8A90-95DFA630E427}" type="datetimeFigureOut">
              <a:rPr lang="de-DE" smtClean="0"/>
              <a:t>09.12.24</a:t>
            </a:fld>
            <a:endParaRPr lang="de-DE"/>
          </a:p>
        </p:txBody>
      </p:sp>
      <p:sp>
        <p:nvSpPr>
          <p:cNvPr id="5" name="Fußzeilenplatzhalter 4">
            <a:extLst>
              <a:ext uri="{FF2B5EF4-FFF2-40B4-BE49-F238E27FC236}">
                <a16:creationId xmlns:a16="http://schemas.microsoft.com/office/drawing/2014/main" id="{BE3C081E-9321-D0A8-1E79-6A75B9F8EA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58DD5F39-811A-AFFB-AEE4-470FC95DCF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F2A0DB8-2729-3A4D-A362-07849BE8AC54}" type="slidenum">
              <a:rPr lang="de-DE" smtClean="0"/>
              <a:t>‹Nr.›</a:t>
            </a:fld>
            <a:endParaRPr lang="de-DE"/>
          </a:p>
        </p:txBody>
      </p:sp>
    </p:spTree>
    <p:extLst>
      <p:ext uri="{BB962C8B-B14F-4D97-AF65-F5344CB8AC3E}">
        <p14:creationId xmlns:p14="http://schemas.microsoft.com/office/powerpoint/2010/main" val="10733475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F6EE9F-F9E3-591E-4CF8-B726523E79A7}"/>
              </a:ext>
            </a:extLst>
          </p:cNvPr>
          <p:cNvSpPr>
            <a:spLocks noGrp="1"/>
          </p:cNvSpPr>
          <p:nvPr>
            <p:ph type="ctrTitle"/>
          </p:nvPr>
        </p:nvSpPr>
        <p:spPr/>
        <p:txBody>
          <a:bodyPr/>
          <a:lstStyle/>
          <a:p>
            <a:r>
              <a:rPr lang="de-DE" dirty="0"/>
              <a:t>Kollisionsdetektion und -antwort</a:t>
            </a:r>
          </a:p>
        </p:txBody>
      </p:sp>
      <p:sp>
        <p:nvSpPr>
          <p:cNvPr id="3" name="Untertitel 2">
            <a:extLst>
              <a:ext uri="{FF2B5EF4-FFF2-40B4-BE49-F238E27FC236}">
                <a16:creationId xmlns:a16="http://schemas.microsoft.com/office/drawing/2014/main" id="{244B009E-1385-A314-A749-AF9D499AB5DC}"/>
              </a:ext>
            </a:extLst>
          </p:cNvPr>
          <p:cNvSpPr>
            <a:spLocks noGrp="1"/>
          </p:cNvSpPr>
          <p:nvPr>
            <p:ph type="subTitle" idx="1"/>
          </p:nvPr>
        </p:nvSpPr>
        <p:spPr/>
        <p:txBody>
          <a:bodyPr/>
          <a:lstStyle/>
          <a:p>
            <a:r>
              <a:rPr lang="de-DE" dirty="0"/>
              <a:t>SSPS 24/25 </a:t>
            </a:r>
            <a:r>
              <a:rPr lang="de-DE" dirty="0" err="1"/>
              <a:t>Kurilin</a:t>
            </a:r>
            <a:r>
              <a:rPr lang="de-DE" dirty="0"/>
              <a:t>, </a:t>
            </a:r>
            <a:r>
              <a:rPr lang="de-DE" dirty="0" err="1"/>
              <a:t>Pivovar</a:t>
            </a:r>
            <a:endParaRPr lang="de-DE" dirty="0"/>
          </a:p>
        </p:txBody>
      </p:sp>
    </p:spTree>
    <p:extLst>
      <p:ext uri="{BB962C8B-B14F-4D97-AF65-F5344CB8AC3E}">
        <p14:creationId xmlns:p14="http://schemas.microsoft.com/office/powerpoint/2010/main" val="2141871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73E19CD-5CB2-1ED0-0409-FCC0F6435FEE}"/>
              </a:ext>
            </a:extLst>
          </p:cNvPr>
          <p:cNvSpPr>
            <a:spLocks noGrp="1"/>
          </p:cNvSpPr>
          <p:nvPr>
            <p:ph type="title"/>
          </p:nvPr>
        </p:nvSpPr>
        <p:spPr/>
        <p:txBody>
          <a:bodyPr/>
          <a:lstStyle/>
          <a:p>
            <a:r>
              <a:rPr lang="de-DE" dirty="0"/>
              <a:t>Was ist Kollisionsdetektion?</a:t>
            </a:r>
          </a:p>
        </p:txBody>
      </p:sp>
      <p:sp>
        <p:nvSpPr>
          <p:cNvPr id="3" name="Inhaltsplatzhalter 2">
            <a:extLst>
              <a:ext uri="{FF2B5EF4-FFF2-40B4-BE49-F238E27FC236}">
                <a16:creationId xmlns:a16="http://schemas.microsoft.com/office/drawing/2014/main" id="{52E2205D-3715-4096-0E7D-30925F1C43B1}"/>
              </a:ext>
            </a:extLst>
          </p:cNvPr>
          <p:cNvSpPr>
            <a:spLocks noGrp="1"/>
          </p:cNvSpPr>
          <p:nvPr>
            <p:ph idx="1"/>
          </p:nvPr>
        </p:nvSpPr>
        <p:spPr/>
        <p:txBody>
          <a:bodyPr>
            <a:normAutofit lnSpcReduction="10000"/>
          </a:bodyPr>
          <a:lstStyle/>
          <a:p>
            <a:r>
              <a:rPr lang="de-DE" dirty="0"/>
              <a:t>Wesentlicher Bestandteil von Game Physics</a:t>
            </a:r>
          </a:p>
          <a:p>
            <a:r>
              <a:rPr lang="de-DE" dirty="0"/>
              <a:t>Hilft bei der Bestimmung wie und wann Objekte miteinander reagieren</a:t>
            </a:r>
          </a:p>
          <a:p>
            <a:r>
              <a:rPr lang="de-DE" dirty="0"/>
              <a:t>Wenn zwei+ Objekte aufeinandertreffen wird eine Kollision erkannt und darauf folgt eine Kollisionsantwort</a:t>
            </a:r>
          </a:p>
          <a:p>
            <a:r>
              <a:rPr lang="de-DE" dirty="0"/>
              <a:t>Grundlegend: </a:t>
            </a:r>
          </a:p>
          <a:p>
            <a:pPr lvl="1"/>
            <a:r>
              <a:rPr lang="de-DE" dirty="0"/>
              <a:t>Eine Kollision wird erkannt wenn die äußere Koordinate eines Objekts mit einer äußeren Koordinate eines anderen Objektes oder einer Wand übereinstimmt oder überschreitet</a:t>
            </a:r>
          </a:p>
          <a:p>
            <a:pPr lvl="1"/>
            <a:r>
              <a:rPr lang="de-DE" dirty="0"/>
              <a:t>Bei </a:t>
            </a:r>
            <a:r>
              <a:rPr lang="de-DE" dirty="0" err="1"/>
              <a:t>Spheres</a:t>
            </a:r>
            <a:r>
              <a:rPr lang="de-DE" dirty="0"/>
              <a:t> einfach: Ist die Distanz von den 2 Mitten der </a:t>
            </a:r>
            <a:r>
              <a:rPr lang="de-DE" dirty="0" err="1"/>
              <a:t>Spheren</a:t>
            </a:r>
            <a:r>
              <a:rPr lang="de-DE" dirty="0"/>
              <a:t> &lt;= die Summe der Radien gibt es eine Kollision</a:t>
            </a:r>
          </a:p>
        </p:txBody>
      </p:sp>
    </p:spTree>
    <p:extLst>
      <p:ext uri="{BB962C8B-B14F-4D97-AF65-F5344CB8AC3E}">
        <p14:creationId xmlns:p14="http://schemas.microsoft.com/office/powerpoint/2010/main" val="3006081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218A37E-4044-9F4A-B8C4-B95075C2F648}"/>
              </a:ext>
            </a:extLst>
          </p:cNvPr>
          <p:cNvSpPr>
            <a:spLocks noGrp="1"/>
          </p:cNvSpPr>
          <p:nvPr>
            <p:ph type="title"/>
          </p:nvPr>
        </p:nvSpPr>
        <p:spPr/>
        <p:txBody>
          <a:bodyPr/>
          <a:lstStyle/>
          <a:p>
            <a:r>
              <a:rPr lang="de-DE" dirty="0"/>
              <a:t>Kollisionsdetektion bei balls2D</a:t>
            </a:r>
          </a:p>
        </p:txBody>
      </p:sp>
      <p:sp>
        <p:nvSpPr>
          <p:cNvPr id="7" name="Inhaltsplatzhalter 6">
            <a:extLst>
              <a:ext uri="{FF2B5EF4-FFF2-40B4-BE49-F238E27FC236}">
                <a16:creationId xmlns:a16="http://schemas.microsoft.com/office/drawing/2014/main" id="{2DC21356-C467-E013-EF53-424541B1287B}"/>
              </a:ext>
            </a:extLst>
          </p:cNvPr>
          <p:cNvSpPr>
            <a:spLocks noGrp="1"/>
          </p:cNvSpPr>
          <p:nvPr>
            <p:ph idx="1"/>
          </p:nvPr>
        </p:nvSpPr>
        <p:spPr/>
        <p:txBody>
          <a:bodyPr/>
          <a:lstStyle/>
          <a:p>
            <a:r>
              <a:rPr lang="de-DE" dirty="0"/>
              <a:t>Gehen über alle Bälle, berechnen die Distanz zwischen den Bällen und wenn die Distanz kleiner ist als die Summe beider Radien dann wird eine Kollision erkannt</a:t>
            </a:r>
          </a:p>
        </p:txBody>
      </p:sp>
      <p:pic>
        <p:nvPicPr>
          <p:cNvPr id="8" name="Inhaltsplatzhalter 4" descr="Ein Bild, das Text, Screenshot, Schrift enthält.&#10;&#10;Automatisch generierte Beschreibung">
            <a:extLst>
              <a:ext uri="{FF2B5EF4-FFF2-40B4-BE49-F238E27FC236}">
                <a16:creationId xmlns:a16="http://schemas.microsoft.com/office/drawing/2014/main" id="{F863CC39-4409-266F-4F12-E630100B929B}"/>
              </a:ext>
            </a:extLst>
          </p:cNvPr>
          <p:cNvPicPr>
            <a:picLocks noChangeAspect="1"/>
          </p:cNvPicPr>
          <p:nvPr/>
        </p:nvPicPr>
        <p:blipFill>
          <a:blip r:embed="rId2"/>
          <a:stretch>
            <a:fillRect/>
          </a:stretch>
        </p:blipFill>
        <p:spPr>
          <a:xfrm>
            <a:off x="2612597" y="3162300"/>
            <a:ext cx="6769100" cy="3149600"/>
          </a:xfrm>
          <a:prstGeom prst="rect">
            <a:avLst/>
          </a:prstGeom>
        </p:spPr>
      </p:pic>
    </p:spTree>
    <p:extLst>
      <p:ext uri="{BB962C8B-B14F-4D97-AF65-F5344CB8AC3E}">
        <p14:creationId xmlns:p14="http://schemas.microsoft.com/office/powerpoint/2010/main" val="818078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DE8A432-9FA0-E298-FE9B-5916F12E7868}"/>
              </a:ext>
            </a:extLst>
          </p:cNvPr>
          <p:cNvSpPr>
            <a:spLocks noGrp="1"/>
          </p:cNvSpPr>
          <p:nvPr>
            <p:ph type="title"/>
          </p:nvPr>
        </p:nvSpPr>
        <p:spPr>
          <a:xfrm>
            <a:off x="876693" y="741391"/>
            <a:ext cx="3455821" cy="1616203"/>
          </a:xfrm>
        </p:spPr>
        <p:txBody>
          <a:bodyPr anchor="b">
            <a:normAutofit/>
          </a:bodyPr>
          <a:lstStyle/>
          <a:p>
            <a:r>
              <a:rPr lang="de-DE" sz="3200"/>
              <a:t>Was ist Kollisionsantwort?</a:t>
            </a:r>
          </a:p>
        </p:txBody>
      </p:sp>
      <p:sp>
        <p:nvSpPr>
          <p:cNvPr id="3" name="Inhaltsplatzhalter 2">
            <a:extLst>
              <a:ext uri="{FF2B5EF4-FFF2-40B4-BE49-F238E27FC236}">
                <a16:creationId xmlns:a16="http://schemas.microsoft.com/office/drawing/2014/main" id="{64CECE6E-C9B3-5F66-58DF-31A2E9C6DF64}"/>
              </a:ext>
            </a:extLst>
          </p:cNvPr>
          <p:cNvSpPr>
            <a:spLocks noGrp="1"/>
          </p:cNvSpPr>
          <p:nvPr>
            <p:ph idx="1"/>
          </p:nvPr>
        </p:nvSpPr>
        <p:spPr>
          <a:xfrm>
            <a:off x="876693" y="2533476"/>
            <a:ext cx="3455821" cy="3447832"/>
          </a:xfrm>
        </p:spPr>
        <p:txBody>
          <a:bodyPr anchor="t">
            <a:normAutofit/>
          </a:bodyPr>
          <a:lstStyle/>
          <a:p>
            <a:r>
              <a:rPr lang="de-DE" sz="1900"/>
              <a:t>Wenn eine Kollision erkannt wird, muss diese aufgelöst werden.</a:t>
            </a:r>
            <a:br>
              <a:rPr lang="de-DE" sz="1900"/>
            </a:br>
            <a:r>
              <a:rPr lang="de-DE" sz="1900"/>
              <a:t>Das gelingt dadurch das man die Positionen der Bälle auflöst, einen neuen Bewegungsvektor berechnet und eine neue Velocity berechnet mit der die Bälle in die Richtung des neuen Bewegungsvektors bewegt werden</a:t>
            </a:r>
          </a:p>
        </p:txBody>
      </p:sp>
      <p:pic>
        <p:nvPicPr>
          <p:cNvPr id="5" name="Grafik 4" descr="Ein Bild, das Text, Screenshot, Schrift, Dokument enthält.&#10;&#10;Automatisch generierte Beschreibung">
            <a:extLst>
              <a:ext uri="{FF2B5EF4-FFF2-40B4-BE49-F238E27FC236}">
                <a16:creationId xmlns:a16="http://schemas.microsoft.com/office/drawing/2014/main" id="{EB97A4A9-5C9A-6857-073B-7D4A0B529EA2}"/>
              </a:ext>
            </a:extLst>
          </p:cNvPr>
          <p:cNvPicPr>
            <a:picLocks noChangeAspect="1"/>
          </p:cNvPicPr>
          <p:nvPr/>
        </p:nvPicPr>
        <p:blipFill>
          <a:blip r:embed="rId2"/>
          <a:stretch>
            <a:fillRect/>
          </a:stretch>
        </p:blipFill>
        <p:spPr>
          <a:xfrm>
            <a:off x="4987672" y="1093557"/>
            <a:ext cx="6389346" cy="4680196"/>
          </a:xfrm>
          <a:prstGeom prst="rect">
            <a:avLst/>
          </a:prstGeom>
        </p:spPr>
      </p:pic>
      <p:grpSp>
        <p:nvGrpSpPr>
          <p:cNvPr id="10" name="Group 9">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1" name="Rectangle 10">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82691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FA392BF-8B33-5DD4-5B04-59A257277373}"/>
              </a:ext>
            </a:extLst>
          </p:cNvPr>
          <p:cNvSpPr>
            <a:spLocks noGrp="1"/>
          </p:cNvSpPr>
          <p:nvPr>
            <p:ph type="title"/>
          </p:nvPr>
        </p:nvSpPr>
        <p:spPr/>
        <p:txBody>
          <a:bodyPr/>
          <a:lstStyle/>
          <a:p>
            <a:r>
              <a:rPr lang="de-DE" dirty="0"/>
              <a:t>Probleme bei Kollisionsdetektion</a:t>
            </a:r>
          </a:p>
        </p:txBody>
      </p:sp>
      <p:sp>
        <p:nvSpPr>
          <p:cNvPr id="3" name="Inhaltsplatzhalter 2">
            <a:extLst>
              <a:ext uri="{FF2B5EF4-FFF2-40B4-BE49-F238E27FC236}">
                <a16:creationId xmlns:a16="http://schemas.microsoft.com/office/drawing/2014/main" id="{D4A8ABC2-8CF8-1451-93E1-345F358D810B}"/>
              </a:ext>
            </a:extLst>
          </p:cNvPr>
          <p:cNvSpPr>
            <a:spLocks noGrp="1"/>
          </p:cNvSpPr>
          <p:nvPr>
            <p:ph idx="1"/>
          </p:nvPr>
        </p:nvSpPr>
        <p:spPr/>
        <p:txBody>
          <a:bodyPr/>
          <a:lstStyle/>
          <a:p>
            <a:r>
              <a:rPr lang="de-DE" dirty="0"/>
              <a:t>Tunneling</a:t>
            </a:r>
          </a:p>
          <a:p>
            <a:pPr lvl="1"/>
            <a:r>
              <a:rPr lang="de-DE" dirty="0"/>
              <a:t>Ein Objekt bewegt sich so schnell, dass es beim nächsten Frame über die Grenze hinausschießt ohne das eine Kollision erkannt wird.</a:t>
            </a:r>
          </a:p>
        </p:txBody>
      </p:sp>
      <p:pic>
        <p:nvPicPr>
          <p:cNvPr id="5" name="Grafik 4" descr="Ein Bild, das Screenshot enthält.&#10;&#10;Automatisch generierte Beschreibung">
            <a:extLst>
              <a:ext uri="{FF2B5EF4-FFF2-40B4-BE49-F238E27FC236}">
                <a16:creationId xmlns:a16="http://schemas.microsoft.com/office/drawing/2014/main" id="{65380651-F298-4633-8407-CAFA91448012}"/>
              </a:ext>
            </a:extLst>
          </p:cNvPr>
          <p:cNvPicPr>
            <a:picLocks noChangeAspect="1"/>
          </p:cNvPicPr>
          <p:nvPr/>
        </p:nvPicPr>
        <p:blipFill>
          <a:blip r:embed="rId2"/>
          <a:stretch>
            <a:fillRect/>
          </a:stretch>
        </p:blipFill>
        <p:spPr>
          <a:xfrm>
            <a:off x="838199" y="3429000"/>
            <a:ext cx="4830289" cy="2882900"/>
          </a:xfrm>
          <a:prstGeom prst="rect">
            <a:avLst/>
          </a:prstGeom>
        </p:spPr>
      </p:pic>
      <p:pic>
        <p:nvPicPr>
          <p:cNvPr id="7" name="Grafik 6" descr="Ein Bild, das Screenshot enthält.&#10;&#10;Automatisch generierte Beschreibung">
            <a:extLst>
              <a:ext uri="{FF2B5EF4-FFF2-40B4-BE49-F238E27FC236}">
                <a16:creationId xmlns:a16="http://schemas.microsoft.com/office/drawing/2014/main" id="{0AB7111A-B9EB-BE7D-967A-B88375A296A8}"/>
              </a:ext>
            </a:extLst>
          </p:cNvPr>
          <p:cNvPicPr>
            <a:picLocks noChangeAspect="1"/>
          </p:cNvPicPr>
          <p:nvPr/>
        </p:nvPicPr>
        <p:blipFill>
          <a:blip r:embed="rId3"/>
          <a:stretch>
            <a:fillRect/>
          </a:stretch>
        </p:blipFill>
        <p:spPr>
          <a:xfrm>
            <a:off x="6523514" y="3429000"/>
            <a:ext cx="4830289" cy="2882900"/>
          </a:xfrm>
          <a:prstGeom prst="rect">
            <a:avLst/>
          </a:prstGeom>
        </p:spPr>
      </p:pic>
    </p:spTree>
    <p:extLst>
      <p:ext uri="{BB962C8B-B14F-4D97-AF65-F5344CB8AC3E}">
        <p14:creationId xmlns:p14="http://schemas.microsoft.com/office/powerpoint/2010/main" val="1606194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B01F99-2DD5-29A1-DF48-1FB7B8111427}"/>
              </a:ext>
            </a:extLst>
          </p:cNvPr>
          <p:cNvSpPr>
            <a:spLocks noGrp="1"/>
          </p:cNvSpPr>
          <p:nvPr>
            <p:ph type="title"/>
          </p:nvPr>
        </p:nvSpPr>
        <p:spPr/>
        <p:txBody>
          <a:bodyPr/>
          <a:lstStyle/>
          <a:p>
            <a:r>
              <a:rPr lang="de-DE" dirty="0"/>
              <a:t>Probleme bei </a:t>
            </a:r>
            <a:r>
              <a:rPr lang="de-DE" dirty="0" err="1"/>
              <a:t>Kollisiondetektion</a:t>
            </a:r>
            <a:endParaRPr lang="de-DE" dirty="0"/>
          </a:p>
        </p:txBody>
      </p:sp>
      <p:sp>
        <p:nvSpPr>
          <p:cNvPr id="3" name="Inhaltsplatzhalter 2">
            <a:extLst>
              <a:ext uri="{FF2B5EF4-FFF2-40B4-BE49-F238E27FC236}">
                <a16:creationId xmlns:a16="http://schemas.microsoft.com/office/drawing/2014/main" id="{4FA6169A-3945-B86E-8BD7-BD64DB940806}"/>
              </a:ext>
            </a:extLst>
          </p:cNvPr>
          <p:cNvSpPr>
            <a:spLocks noGrp="1"/>
          </p:cNvSpPr>
          <p:nvPr>
            <p:ph idx="1"/>
          </p:nvPr>
        </p:nvSpPr>
        <p:spPr/>
        <p:txBody>
          <a:bodyPr/>
          <a:lstStyle/>
          <a:p>
            <a:r>
              <a:rPr lang="de-DE" dirty="0"/>
              <a:t>Performance</a:t>
            </a:r>
          </a:p>
          <a:p>
            <a:r>
              <a:rPr lang="de-DE" dirty="0"/>
              <a:t>Komplexe Formen (</a:t>
            </a:r>
            <a:r>
              <a:rPr lang="de-DE" dirty="0" err="1"/>
              <a:t>Bounding</a:t>
            </a:r>
            <a:r>
              <a:rPr lang="de-DE" dirty="0"/>
              <a:t> Boxes müssen </a:t>
            </a:r>
            <a:r>
              <a:rPr lang="de-DE" dirty="0" err="1"/>
              <a:t>evtl</a:t>
            </a:r>
            <a:r>
              <a:rPr lang="de-DE" dirty="0"/>
              <a:t> angewendet werden was ein Verlust der Genauigkeit </a:t>
            </a:r>
            <a:r>
              <a:rPr lang="de-DE"/>
              <a:t>hervorbringen könnte)</a:t>
            </a:r>
            <a:endParaRPr lang="de-DE" dirty="0"/>
          </a:p>
        </p:txBody>
      </p:sp>
    </p:spTree>
    <p:extLst>
      <p:ext uri="{BB962C8B-B14F-4D97-AF65-F5344CB8AC3E}">
        <p14:creationId xmlns:p14="http://schemas.microsoft.com/office/powerpoint/2010/main" val="1253975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EBA610-FC4A-6141-80BD-E615D8E76051}"/>
              </a:ext>
            </a:extLst>
          </p:cNvPr>
          <p:cNvSpPr>
            <a:spLocks noGrp="1"/>
          </p:cNvSpPr>
          <p:nvPr>
            <p:ph type="title"/>
          </p:nvPr>
        </p:nvSpPr>
        <p:spPr/>
        <p:txBody>
          <a:bodyPr/>
          <a:lstStyle/>
          <a:p>
            <a:r>
              <a:rPr lang="de-DE" dirty="0"/>
              <a:t>Line </a:t>
            </a:r>
            <a:r>
              <a:rPr lang="de-DE" dirty="0" err="1"/>
              <a:t>of</a:t>
            </a:r>
            <a:r>
              <a:rPr lang="de-DE" dirty="0"/>
              <a:t> Action / Wirkungslinie</a:t>
            </a:r>
          </a:p>
        </p:txBody>
      </p:sp>
      <p:sp>
        <p:nvSpPr>
          <p:cNvPr id="3" name="Inhaltsplatzhalter 2">
            <a:extLst>
              <a:ext uri="{FF2B5EF4-FFF2-40B4-BE49-F238E27FC236}">
                <a16:creationId xmlns:a16="http://schemas.microsoft.com/office/drawing/2014/main" id="{75A751AF-CECB-9E5D-A33F-692A2ADC6D20}"/>
              </a:ext>
            </a:extLst>
          </p:cNvPr>
          <p:cNvSpPr>
            <a:spLocks noGrp="1"/>
          </p:cNvSpPr>
          <p:nvPr>
            <p:ph idx="1"/>
          </p:nvPr>
        </p:nvSpPr>
        <p:spPr/>
        <p:txBody>
          <a:bodyPr>
            <a:normAutofit fontScale="92500" lnSpcReduction="10000"/>
          </a:bodyPr>
          <a:lstStyle/>
          <a:p>
            <a:r>
              <a:rPr lang="de-DE" dirty="0"/>
              <a:t>Die Wirkungslinie hilft dabei, die Richtung und Stärke der Kräfte zu bestimmen, die bei einer Kollision zwischen Objekten wirken, und ist somit ein zentraler Bestandteil der Kollisionserkennung und -antwort.</a:t>
            </a:r>
          </a:p>
          <a:p>
            <a:r>
              <a:rPr lang="de-DE" dirty="0"/>
              <a:t>Bei der Kollisionserkennung und -antwort ist die Wirkungslinie entscheidend, um die Richtung und den Punkt der Krafteinwirkung zu bestimmen. Dies hilft dabei, die Reaktion der Objekte auf die Kollision zu berechnen, wie z.B. die Änderung ihrer Geschwindigkeiten und Bewegungsrichtungen</a:t>
            </a:r>
          </a:p>
          <a:p>
            <a:r>
              <a:rPr lang="de-DE" dirty="0"/>
              <a:t> Wenn zwei Objekte kollidieren, wird die relative Geschwindigkeit entlang der Wirkungslinie berechnet, um zu bestimmen, wie stark die Objekte aufeinander einwirken. Dies ist wichtig, um realistische physikalische Reaktionen zu simulieren</a:t>
            </a:r>
          </a:p>
        </p:txBody>
      </p:sp>
    </p:spTree>
    <p:extLst>
      <p:ext uri="{BB962C8B-B14F-4D97-AF65-F5344CB8AC3E}">
        <p14:creationId xmlns:p14="http://schemas.microsoft.com/office/powerpoint/2010/main" val="3941568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25205F-0E93-A22A-FA1E-63BE0FBEF5FF}"/>
              </a:ext>
            </a:extLst>
          </p:cNvPr>
          <p:cNvSpPr>
            <a:spLocks noGrp="1"/>
          </p:cNvSpPr>
          <p:nvPr>
            <p:ph type="title"/>
          </p:nvPr>
        </p:nvSpPr>
        <p:spPr/>
        <p:txBody>
          <a:bodyPr/>
          <a:lstStyle/>
          <a:p>
            <a:r>
              <a:rPr lang="de-DE" dirty="0"/>
              <a:t>Skalierung bei mehreren Objekten</a:t>
            </a:r>
          </a:p>
        </p:txBody>
      </p:sp>
      <p:sp>
        <p:nvSpPr>
          <p:cNvPr id="3" name="Inhaltsplatzhalter 2">
            <a:extLst>
              <a:ext uri="{FF2B5EF4-FFF2-40B4-BE49-F238E27FC236}">
                <a16:creationId xmlns:a16="http://schemas.microsoft.com/office/drawing/2014/main" id="{4D249EB6-97E1-A5FC-8F7C-6B5BEBDB31CB}"/>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3415498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AE1D2C-878D-FDD5-F736-C2CF3B693229}"/>
              </a:ext>
            </a:extLst>
          </p:cNvPr>
          <p:cNvSpPr>
            <a:spLocks noGrp="1"/>
          </p:cNvSpPr>
          <p:nvPr>
            <p:ph type="title"/>
          </p:nvPr>
        </p:nvSpPr>
        <p:spPr/>
        <p:txBody>
          <a:bodyPr/>
          <a:lstStyle/>
          <a:p>
            <a:r>
              <a:rPr lang="de-DE" dirty="0"/>
              <a:t>Verhalten bei unelastischen Stößen</a:t>
            </a:r>
          </a:p>
        </p:txBody>
      </p:sp>
      <p:sp>
        <p:nvSpPr>
          <p:cNvPr id="3" name="Inhaltsplatzhalter 2">
            <a:extLst>
              <a:ext uri="{FF2B5EF4-FFF2-40B4-BE49-F238E27FC236}">
                <a16:creationId xmlns:a16="http://schemas.microsoft.com/office/drawing/2014/main" id="{CE4BD4AF-A1C9-F942-F99D-ACCA40122FBA}"/>
              </a:ext>
            </a:extLst>
          </p:cNvPr>
          <p:cNvSpPr>
            <a:spLocks noGrp="1"/>
          </p:cNvSpPr>
          <p:nvPr>
            <p:ph idx="1"/>
          </p:nvPr>
        </p:nvSpPr>
        <p:spPr/>
        <p:txBody>
          <a:bodyPr/>
          <a:lstStyle/>
          <a:p>
            <a:endParaRPr lang="de-DE" dirty="0"/>
          </a:p>
        </p:txBody>
      </p:sp>
    </p:spTree>
    <p:extLst>
      <p:ext uri="{BB962C8B-B14F-4D97-AF65-F5344CB8AC3E}">
        <p14:creationId xmlns:p14="http://schemas.microsoft.com/office/powerpoint/2010/main" val="239348592"/>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345</Words>
  <Application>Microsoft Macintosh PowerPoint</Application>
  <PresentationFormat>Breitbild</PresentationFormat>
  <Paragraphs>25</Paragraphs>
  <Slides>9</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9</vt:i4>
      </vt:variant>
    </vt:vector>
  </HeadingPairs>
  <TitlesOfParts>
    <vt:vector size="13" baseType="lpstr">
      <vt:lpstr>Aptos</vt:lpstr>
      <vt:lpstr>Aptos Display</vt:lpstr>
      <vt:lpstr>Arial</vt:lpstr>
      <vt:lpstr>Office</vt:lpstr>
      <vt:lpstr>Kollisionsdetektion und -antwort</vt:lpstr>
      <vt:lpstr>Was ist Kollisionsdetektion?</vt:lpstr>
      <vt:lpstr>Kollisionsdetektion bei balls2D</vt:lpstr>
      <vt:lpstr>Was ist Kollisionsantwort?</vt:lpstr>
      <vt:lpstr>Probleme bei Kollisionsdetektion</vt:lpstr>
      <vt:lpstr>Probleme bei Kollisiondetektion</vt:lpstr>
      <vt:lpstr>Line of Action / Wirkungslinie</vt:lpstr>
      <vt:lpstr>Skalierung bei mehreren Objekten</vt:lpstr>
      <vt:lpstr>Verhalten bei unelastischen Stößen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Kollisionsdetektion und -antwort</dc:title>
  <dc:creator>Dimitrij Pivovar</dc:creator>
  <cp:lastModifiedBy>Dimitrij Pivovar</cp:lastModifiedBy>
  <cp:revision>1</cp:revision>
  <dcterms:created xsi:type="dcterms:W3CDTF">2024-12-09T12:43:42Z</dcterms:created>
  <dcterms:modified xsi:type="dcterms:W3CDTF">2024-12-09T14:34:31Z</dcterms:modified>
</cp:coreProperties>
</file>